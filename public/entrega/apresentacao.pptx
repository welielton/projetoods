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Identificação recuperada do relatório da Nota 1. Confirmar a lista de integrantes caso o trabalho seja em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onecta-voluntario-welielton.yellow-myna-9452.chatgpt.site" TargetMode="External"/><Relationship Id="rId2" Type="http://schemas.openxmlformats.org/officeDocument/2006/relationships/hyperlink" Target="https://conecta-voluntario-welielton.yellow-myna-9452.chatgpt.site/entrega/codigo-fonte.zi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ervicodados.ibge.gov.br/api/docs/localidades" TargetMode="External"/><Relationship Id="rId2" Type="http://schemas.openxmlformats.org/officeDocument/2006/relationships/hyperlink" Target="https://brasil.un.org/pt-br/sdgs" TargetMode="External"/><Relationship Id="rId3" Type="http://schemas.openxmlformats.org/officeDocument/2006/relationships/hyperlink" Target="https://react.dev/learn/managing-state" TargetMode="External"/><Relationship Id="rId4" Type="http://schemas.openxmlformats.org/officeDocument/2006/relationships/hyperlink" Target="https://reactrouter.com/api/declarative-routers/HashRouter" TargetMode="External"/><Relationship Id="rId5" Type="http://schemas.openxmlformats.org/officeDocument/2006/relationships/hyperlink" Target="https://getbootstrap.com/docs/5.3/layout/grid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ESTADUAL DO MARANHÃO · PROFITEC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talentos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causas sociais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interface da Nota 1 à aplicação interativa em React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Welielton Silva da Silva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 Desenvolvimento de Sistemas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Adriano Freire Pereira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Buriticupu–MA ·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29400" y="1691640"/>
            <a:ext cx="49377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2" name="Image 0" descr="/home/welielton/Documents/ADS/projetoWEB/docs/evidencias/inicio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76" y="2219960"/>
            <a:ext cx="4864608" cy="3378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29400" y="6199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 — Aplicação React. Fonte: elaboração própria (2026).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INTRODUÇÃO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ponte entre quem sabe e quem precisa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Voluntários têm dificuldade para encontrar causas compatíveis com suas habilidades e horários.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Estudantes, profissionais, ONGs e coletivos sociais.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vagas, cadastrar talentos e acompanhar candidaturas.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949440" y="1828800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B91B30"/>
          </a:solidFill>
          <a:ln w="12700">
            <a:solidFill>
              <a:srgbClr val="B91B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0574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4  |  Educação de qualidade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0" y="3127248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B51055"/>
          </a:solidFill>
          <a:ln w="12700">
            <a:solidFill>
              <a:srgbClr val="B51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355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10  |  Redução das desigualdades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49440" y="4425696"/>
            <a:ext cx="4526280" cy="1051560"/>
          </a:xfrm>
          <a:prstGeom prst="roundRect">
            <a:avLst>
              <a:gd name="adj" fmla="val 10435"/>
            </a:avLst>
          </a:prstGeom>
          <a:solidFill>
            <a:srgbClr val="19486A"/>
          </a:solidFill>
          <a:ln w="12700">
            <a:solidFill>
              <a:srgbClr val="1948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46542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17  |  Parcerias e meios de implementação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Referência: Nações Unidas Brasil ([s. d.]). O vínculo aos ODS expressa a proposta; não comprova impacto real.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DESENVOLVIMENTO DA APLICAÇÃO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Continuidade da Nota 1 e melhorias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REAPROVEITADA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semântico, CSS original, Bootstrap, identidade visual e seis oportunidades ilustrativas.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IMPLEMENTADA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React, navegação SPA, formulários controlados e tratamento de falhas.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versão histórica permanece em nota1/. Os antigos endereços HTML levam às rotas novas.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1206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2" name="Image 0" descr="/home/welielton/Documents/ADS/projetoWEB/docs/evidencias/vaga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16" y="2110740"/>
            <a:ext cx="5047488" cy="3505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6062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2 — Mural com filtros. Fonte: elaboração própria (2026).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DESENVOLVIMENTO DA APLICAÇÃO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Interatividade, eventos e DOM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onChange: busca, filtros combinados e campos controlados.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onSubmit: validação e cadastro em três etapas; criação e edição de vagas.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80390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onClick: candidatura, aprovação, recusa, exclusão e modais.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79145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React atualiza o DOM quando o estado muda; refs controlam o modal e o foco.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3" name="Image 0" descr="/home/welielton/Documents/ADS/projetoWEB/docs/evidencias/candidatura-aprov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16" y="2087880"/>
            <a:ext cx="5047488" cy="3505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0" y="59253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3 — Candidatura aprovada após fluxo funcional. Fonte: elaboração própria (2026).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DESENVOLVIMENTO DA APLICAÇÃO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consistência dos dados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 vagas e exclusão com confirmação.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encerradas saem do mural; cadastros e candidaturas duplicados são bloqueados.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Exclusões removem também as candidaturas relacionadas.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4736592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local: os dados permanecem ao recarregar este navegador.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577840" y="1783080"/>
            <a:ext cx="60350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3" name="Image 0" descr="/home/welielton/Documents/ADS/projetoWEB/docs/evidencias/gestao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455" y="1819656"/>
            <a:ext cx="5885810" cy="40873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77840" y="6016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4 — Painel de gestão demonstrativo. Fonte: elaboração própria (2026).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CONSUMO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Localidades oficiais para o cadastro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892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EXTERNA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Localidades do IBGE; consulta de estados e municípios.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892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REQUISIÇÕES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/estados?orderBy=nome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/estados/MA/municipios?orderBy=nome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4892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REAL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200: 27 UFs e 217 municípios do Maranhão. Registro: api-real.json.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760720" y="1737360"/>
            <a:ext cx="5852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2" name="Image 0" descr="/home/welielton/Documents/ADS/projetoWEB/docs/evidencias/cadastro-api-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1833880"/>
            <a:ext cx="5779008" cy="401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0" y="60167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5 — Maranhão / Buriticupu carregados da API real. Fonte: elaboração própria (2026).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0350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dados: IBGE ([s. d.]). Apenas a UF é enviada; os dados pessoais não são enviados à API.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CONSUMO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JSON e tratamento de falhas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fetch() executa a consulta HTTPS.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response.ok verifica o status HTTP.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response.json() interpreta os dados.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4281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Validação, seleção de campos e ordenação antes da renderização.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Carregamento, timeout de 12 s, cancelamento e botão para tentar novamente.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89320" y="1828800"/>
            <a:ext cx="5623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4" name="Image 0" descr="/home/welielton/Documents/ADS/projetoWEB/docs/evidencias/api-er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499" y="1865376"/>
            <a:ext cx="4929202" cy="39502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89320" y="592531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6 — Falha HTTP simulada para testar a recuperação. Fonte: elaboração própria (2026).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ORGANIZAÇÃO COM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com responsabilidades definidas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Layout: cabeçalho, navegação e rodapé compartilhados.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JobCard e Modal: componentes reutilizáveis.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pages/: telas da aplicação.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services/: API e regras de negócio.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AppContext e useLocations: estado compartilhado e consultas assíncronas.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69280" y="1737360"/>
            <a:ext cx="59436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3" name="Image 0" descr="/home/welielton/Documents/ADS/projetoWEB/docs/evidencias/codigo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1824990"/>
            <a:ext cx="5870448" cy="407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0" y="6062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7 — Arquivos reais em painel de leitura. Fonte: código do projeto (2026).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ORGANIZAÇÃO COM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e navegação de página única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846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useState: formulários, filtros e janelas.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4846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useReducer: operações e estado compartilhado entre páginas.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3730752"/>
            <a:ext cx="4846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useEffect: persistência local e sincronização das consultas.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4681728"/>
            <a:ext cx="4846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HashRouter: troca de telas sem recarregar o documento, inclusive em hospedagem estática.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15000" y="1737360"/>
            <a:ext cx="58521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3" name="Image 0" descr="/home/welielton/Documents/ADS/projetoWEB/docs/evidencias/codigo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856740"/>
            <a:ext cx="5779008" cy="4013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5000" y="6062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8 — Contexto e persistência. Fonte: código do projeto (2026).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03504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Referências: React ([s. d.]); React Router ([s. d.]).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TESTES E PUBLICAÇÃO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demonstrada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rotas verificadas em 360, 390, 768 e 1440 px.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recolhível, colunas adaptáveis e tabela com rolagem interna.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Correção: margens do grid causavam transbordamento na tela de 360 px.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Teclado: fechamento do modal com Escape e retorno do foco.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1920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3" name="Image 0" descr="/home/welielton/Documents/ADS/projetoWEB/docs/evidencias/inicio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1864696"/>
            <a:ext cx="1847088" cy="39972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83680" y="6108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9 — Início móvel.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235440" y="1691640"/>
            <a:ext cx="1920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B"/>
            </a:solidFill>
            <a:prstDash val="solid"/>
          </a:ln>
        </p:spPr>
      </p:sp>
      <p:pic>
        <p:nvPicPr>
          <p:cNvPr id="16" name="Image 1" descr="/home/welielton/Documents/ADS/projetoWEB/docs/evidencias/cadastro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6" y="1864696"/>
            <a:ext cx="1847088" cy="39972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35440" y="6108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10 — Cadastro móvel.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035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capturas da aplicação em Chrome, elaboração própria (2026).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TESTES E PUBLICAÇÃO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funcional e correções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CASOS UNITÁRIOS APROVADOS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Filtros, JSON, HTTP, rede, armazenamento, duplicidade e integridade das relações.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2825496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CENÁRIOS DE NAVEGADOR APROVADOS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até aprovação, CRUD, erros, navegação, responsividade e evidências.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3822192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CORREÇÕES DOCUMENTADAS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legado sem fechamento; margens em telas estreitas; caminhos de arquivos portáveis.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4818888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REPRODUÇÃO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 · npm run test:e2e · npm run build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 docs/testes.md e docs/evidencias/resultados-e2e.json. Não equivale a auditoria completa WCAG.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TESTES E PUBLICAÇÃO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e código-fonte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PENDENTE · FALHA NO HTTPS DA HOSPEDAGEM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2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548640" y="276148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https://conecta-voluntario-welielton.yellow-myna-9452.chatgpt.site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Código-fonte completo para download</a:t>
            </a:r>
            <a:endParaRPr lang="en-US" sz="21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548640" y="409651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https://conecta-voluntario-welielton.yellow-myna-9452.chatgpt.site/entrega/codigo-fonte.zip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acesso do tutor ainda precisa ser liberado e verificado. Não entregar este slide como comprovação de acesso público enquanto essa etapa estiver pendente.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CONCLUSÃO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Aprendizados e limites da entrega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0789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Componentização, eventos, estado compartilhado, consumo de JSON, navegação SPA e testes.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52928"/>
            <a:ext cx="10789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DIFICULDADES RESOLVIDAS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sintático herdado, grid em telas estreitas e falhas de requisições assíncronas.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877056"/>
            <a:ext cx="10789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ACADÊMICO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ilustrativas, gestão aberta e dados somente no navegador. Sem autenticação ou contato real com ONGs.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901184"/>
            <a:ext cx="10789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FUTURA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autenticação e persistência compartilhada entre dispositivos.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6749"/>
          </a:solidFill>
          <a:ln w="12700">
            <a:solidFill>
              <a:srgbClr val="22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utilizadas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345936"/>
            <a:ext cx="11155680" cy="0"/>
          </a:xfrm>
          <a:prstGeom prst="line">
            <a:avLst/>
          </a:prstGeom>
          <a:noFill/>
          <a:ln w="12700">
            <a:solidFill>
              <a:srgbClr val="DC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VOLUNTÁRIO · DESENVOLVIMENTO WEB · NOTA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IBGE. API de localidades. [S. l.]: IBGE, [s. d.].</a:t>
            </a:r>
            <a:endParaRPr lang="en-US" sz="15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48640" y="20299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Disponível em: https://servicodados.ibge.gov.br/api/docs/localidades. Acesso em: 16 set. 2026.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NAÇÕES UNIDAS BRASIL. Objetivos de Desenvolvimento Sustentável. [S. l.]: ONU, [s. d.].</a:t>
            </a:r>
            <a:endParaRPr lang="en-US" sz="15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548640" y="28986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Disponível em: https://brasil.un.org/pt-br/sdgs. Acesso em: 16 set. 2026.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 Managing state. [S. l.]: React, [s. d.].</a:t>
            </a:r>
            <a:endParaRPr lang="en-US" sz="15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548640" y="3767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Disponível em: https://react.dev/learn/managing-state. Acesso em: 16 set. 2026.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ROUTER. HashRouter. [S. l.]: React Router, [s. d.].</a:t>
            </a:r>
            <a:endParaRPr lang="en-US" sz="1500" dirty="0"/>
          </a:p>
        </p:txBody>
      </p:sp>
      <p:sp>
        <p:nvSpPr>
          <p:cNvPr id="15" name="Text 13">
            <a:hlinkClick r:id="rId4" tooltip=""/>
          </p:cNvPr>
          <p:cNvSpPr/>
          <p:nvPr/>
        </p:nvSpPr>
        <p:spPr>
          <a:xfrm>
            <a:off x="548640" y="46360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Disponível em: https://reactrouter.com/api/declarative-routers/HashRouter. Acesso em: 16 set. 2026.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3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BOOTSTRAP. Grid system. [S. l.]: Bootstrap, [s. d.].</a:t>
            </a:r>
            <a:endParaRPr lang="en-US" sz="1500" dirty="0"/>
          </a:p>
        </p:txBody>
      </p:sp>
      <p:sp>
        <p:nvSpPr>
          <p:cNvPr id="17" name="Text 15">
            <a:hlinkClick r:id="rId5" tooltip=""/>
          </p:cNvPr>
          <p:cNvSpPr/>
          <p:nvPr/>
        </p:nvSpPr>
        <p:spPr>
          <a:xfrm>
            <a:off x="54864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135CC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Disponível em: https://getbootstrap.com/docs/5.3/layout/grid/. Acesso em: 16 set. 2026.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UEMA / PROFITEC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Conecta Voluntário — Nota 2</dc:title>
  <dc:subject>Desenvolvimento Web — Nota 2</dc:subject>
  <dc:creator>Welielton Silva da Silva</dc:creator>
  <cp:lastModifiedBy>Welielton Silva da Silva</cp:lastModifiedBy>
  <cp:revision>1</cp:revision>
  <dcterms:created xsi:type="dcterms:W3CDTF">2026-09-17T02:13:10Z</dcterms:created>
  <dcterms:modified xsi:type="dcterms:W3CDTF">2026-09-17T02:13:10Z</dcterms:modified>
</cp:coreProperties>
</file>